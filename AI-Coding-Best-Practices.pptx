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Coding Best Practices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2-Hour Workshop for Engineers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• April 10,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&amp; Schedule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840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Grown, Not Crafted (8 min)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Agentic Loop (8 min)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Tool Landscape (7 min)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Effective Prompting (10 min)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Explore → Plan → Build (8 min)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Context Management (7 min)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Permissions &amp; Safety (7 min)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0" y="256032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Verification-Driven Dev (8 min)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Agentic vs Deterministic (8 min)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MCP &amp; Marketplaces (7 min)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Skills Deep Dive (7 min)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AI in the SDLC (7 min)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Usage Metrics (5 min)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Takeaways &amp; Next Steps (5 min)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Grown, Not Crafted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AI tools are different from everything you've 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Grown, Not Coded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bonsai artist doesn't carve a tree from wood. They plant a seed, control the soil and light, and prune what grows wrong.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software: developer writes explicit rules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model: produced by mathematical optimization (gradient descent)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parameters, adjusted trillions of times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 bonsai artist, not a mechanic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0" y="1005840"/>
            <a:ext cx="3017520" cy="118872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0" y="1188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75120" y="1005840"/>
            <a:ext cx="1188720" cy="118872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11887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955280" y="1005840"/>
            <a:ext cx="1188720" cy="118872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55280" y="11887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2560320"/>
            <a:ext cx="30175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74320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inspect the model. You test outputs. You shape the environment (context, tools, constraints). Behavior emerges.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For You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Test Everything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a black box. You can't inspect reasoning, only outputs.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Shape the Environment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prompt, context, tools. Behavior emerges from those.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393192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611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Prune, Don't Dictate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with constraints, not step-by-step instructions.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474720"/>
            <a:ext cx="393192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611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Verify, Don't Trust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40690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diffs like code from a new hire.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Agentic Loop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→ Think → Act → Verify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AI Coding Tools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20640" y="1920240"/>
            <a:ext cx="1097280" cy="109728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0" y="2148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23360" y="3017520"/>
            <a:ext cx="1097280" cy="109728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0" y="3246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920240"/>
            <a:ext cx="1097280" cy="109728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2148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822960"/>
            <a:ext cx="1097280" cy="109728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10515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210312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Eyes — reads files, greps imports, checks git log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Memory — connects dots, forms a plan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 Hands — edits code, runs commands, creates branches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640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Ears — runs tests, reads output, iterates if failed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5303520"/>
            <a:ext cx="7315200" cy="11887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4864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chatbot gives you one shot. An agent iterates until the tests pass.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 Landscape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• OpenCode • Copilot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Tools, One Engine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41148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Terminal/CLI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only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 dev in your terminal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41148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TUI/CLI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 providers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3657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any model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41148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IDE-native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3657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your VS Code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by where you work, not by feature list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Effective Prompting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CICV Work Order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CICV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737360" cy="4023360"/>
          </a:xfrm>
          <a:prstGeom prst="rect">
            <a:avLst/>
          </a:prstGeom>
          <a:solidFill>
            <a:srgbClr val="F5F5F5"/>
          </a:solidFill>
          <a:ln w="38100">
            <a:solidFill>
              <a:srgbClr val="4A90E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508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90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Where's the problem? Which files?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737360" cy="4023360"/>
          </a:xfrm>
          <a:prstGeom prst="rect">
            <a:avLst/>
          </a:prstGeom>
          <a:solidFill>
            <a:srgbClr val="F5F5F5"/>
          </a:solidFill>
          <a:ln w="38100">
            <a:solidFill>
              <a:srgbClr val="7CB34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508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B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5176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56032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change?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1737360" cy="4023360"/>
          </a:xfrm>
          <a:prstGeom prst="rect">
            <a:avLst/>
          </a:prstGeom>
          <a:solidFill>
            <a:srgbClr val="F5F5F5"/>
          </a:solidFill>
          <a:ln w="381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508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touch?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371600"/>
            <a:ext cx="1737360" cy="4023360"/>
          </a:xfrm>
          <a:prstGeom prst="rect">
            <a:avLst/>
          </a:prstGeom>
          <a:solidFill>
            <a:srgbClr val="F5F5F5"/>
          </a:solidFill>
          <a:ln w="3810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508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224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560320"/>
            <a:ext cx="1554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prove it worked?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 Prompt vs Good Prompt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solidFill>
            <a:srgbClr val="FFE5E5"/>
          </a:solidFill>
          <a:ln w="381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Before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"fix the bug"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file specified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symptom described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verification method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Agent reads everything, guesses everywhere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solidFill>
            <a:srgbClr val="E5F5E5"/>
          </a:solidFill>
          <a:ln w="38100">
            <a:solidFill>
              <a:srgbClr val="7CB34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After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"In src/orders/cart.ts, the running total drops the tax line when an item is removed. Fix the root cause, add a regression test, and run npm test after."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32918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Scoped to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symptom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Verification built in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Agent knows exactly where, what, and how to verify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→ Plan → Build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Blueprints before concrete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Three-Phase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plan mode. Read files, understand patterns. No edits.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1051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/plan then describe the problem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an approach. Review the blueprint before building.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Propose a plan before writing any code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with a reviewed plan. Run tests after.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3337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Implement the plan. Write tests. Run npm test.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Crossing out a line on a blueprint costs nothing. Tearing down a half-built wall costs everything.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Management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#1 skill nobody teaches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Desk Metaphor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00400"/>
          </a:xfrm>
          <a:prstGeom prst="rect">
            <a:avLst/>
          </a:prstGeom>
          <a:solidFill>
            <a:srgbClr val="F0E6E6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Overflowing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everywhere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fall off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find anything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gets confused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200400"/>
          </a:xfrm>
          <a:prstGeom prst="rect">
            <a:avLst/>
          </a:prstGeom>
          <a:solidFill>
            <a:srgbClr val="E6F5E6"/>
          </a:solidFill>
          <a:ln w="25400">
            <a:solidFill>
              <a:srgbClr val="7CB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Organized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is finite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essentials loaded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stays focused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cutoffs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480560"/>
            <a:ext cx="393192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55371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New task → New session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4480560"/>
            <a:ext cx="393192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455371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Quality degrading → /compact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257800"/>
            <a:ext cx="393192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533095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Big research → Subagent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5257800"/>
            <a:ext cx="393192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533095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Rules → CLAUDE.md (always loaded)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Permissions &amp; Safety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trust spectrum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Trust Gradually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what it would do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0" y="1097280"/>
            <a:ext cx="256032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22402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each action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56032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22402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classifier decides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862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Start restrictive, open up as trust builds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786384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177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Always git commit before starting a task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5303520"/>
            <a:ext cx="786384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3492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File edits are reversible. Shell commands often aren't.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6035040"/>
            <a:ext cx="786384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60807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Never bypass permissions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10-Minute Break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7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Verification-Driven Development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are the only truth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Airport Security for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234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12344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detector — catches logic errors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860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286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22860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scanner — catches style drift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37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337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33375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control — catches interface mismatches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82296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89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3891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43891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camera — catches UI regressions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303520"/>
            <a:ext cx="8229600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486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this to any prompt: After editing, run npm test, then eslint ., then tsc --noEmit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vs Deterministic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let the AI drive vs. when to draw the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Copilot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Flexible, exploratory tasks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Bug fixes, refactors, feature implementation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Stakes are recoverable (git revert)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The AI decides the route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custom graphs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Fixed pipeline, structural guarantees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Database operations, payment flows, infrastructure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Stakes are irreversible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You decide the route, AI fills the nodes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Example — DB Agent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18872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20240" y="1143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1097280"/>
            <a:ext cx="118872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097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generate_sql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108960" y="1143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1097280"/>
            <a:ext cx="118872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097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validate_sql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80" y="1143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097280"/>
            <a:ext cx="118872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097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0" y="1143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097280"/>
            <a:ext cx="118872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097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75120" y="1143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1097280"/>
            <a:ext cx="118872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097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863840" y="1143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63840" y="1097280"/>
            <a:ext cx="118872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1097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2743200" cy="73152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468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 blocked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2423160"/>
            <a:ext cx="2743200" cy="731520"/>
          </a:xfrm>
          <a:prstGeom prst="rect">
            <a:avLst/>
          </a:prstGeom>
          <a:solidFill>
            <a:srgbClr val="F0E6E6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468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Regex, not LLM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2423160"/>
            <a:ext cx="2560320" cy="731520"/>
          </a:xfrm>
          <a:prstGeom prst="rect">
            <a:avLst/>
          </a:prstGeom>
          <a:solidFill>
            <a:srgbClr val="E6F5E6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might comply with clever wording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2743200" cy="73152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246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require approval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3200400"/>
            <a:ext cx="2743200" cy="731520"/>
          </a:xfrm>
          <a:prstGeom prst="rect">
            <a:avLst/>
          </a:prstGeom>
          <a:solidFill>
            <a:srgbClr val="F0E6E6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246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edge → interrupt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3200400"/>
            <a:ext cx="2560320" cy="731520"/>
          </a:xfrm>
          <a:prstGeom prst="rect">
            <a:avLst/>
          </a:prstGeom>
          <a:solidFill>
            <a:srgbClr val="E6F5E6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246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can't skip this node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977640"/>
            <a:ext cx="2743200" cy="73152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023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bounded to 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3977640"/>
            <a:ext cx="2743200" cy="731520"/>
          </a:xfrm>
          <a:prstGeom prst="rect">
            <a:avLst/>
          </a:prstGeom>
          <a:solidFill>
            <a:srgbClr val="F0E6E6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4023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in state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3977640"/>
            <a:ext cx="2560320" cy="731520"/>
          </a:xfrm>
          <a:prstGeom prst="rect">
            <a:avLst/>
          </a:prstGeom>
          <a:solidFill>
            <a:srgbClr val="E6F5E6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4023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infinite loops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5669280"/>
            <a:ext cx="822960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806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LLMs for intelligence. Use graphs for control flow.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&amp; Marketplaces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Extending your agent's reach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Copy-Paste Tax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E5E5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middleware: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→ copy → paste →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→ copy → paste → agent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E5F5E5"/>
          </a:solidFill>
          <a:ln w="25400">
            <a:solidFill>
              <a:srgbClr val="7CB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(with MCP)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queries Sentry and your DB directly.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conversation, structured data.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24688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108960"/>
            <a:ext cx="24688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108960"/>
            <a:ext cx="24688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24688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06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4206240"/>
            <a:ext cx="24688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4206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4206240"/>
            <a:ext cx="24688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4206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claude mcp add --transport http notion https://mcp.notion.com/mcp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MCP marketplaces and community servers at modelcontextprotocol.io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&amp; Workflows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Recipes your agent follows every 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Skills, skills.sh, Marketplaces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468880" cy="411480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34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 Skill?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markdown file in .claude/skills/. Write once, invoke with /command. $ARGUMENTS for input. Shell injection for live data.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2468880" cy="411480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234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skills.sh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192024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registry of pre-built skills. Browse, install, share. One-command install.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2468880" cy="411480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80760" y="1234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80760" y="192024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can create and share curated skill collections. Org-specific workflows as installable packages.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Across the SDLC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each tool fits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SDLC Mapping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54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5448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for brainstorming, MCP → Figma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03120" y="1005840"/>
            <a:ext cx="1554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005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1554480"/>
            <a:ext cx="155448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645920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multi-file features, Copilot for inline completions, LangGraph for critical pipelines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005840"/>
            <a:ext cx="1554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005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1554480"/>
            <a:ext cx="155448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645920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Verification-driven dev, agent writes + runs tests, stacked verification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94960" y="1005840"/>
            <a:ext cx="1554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1005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1554480"/>
            <a:ext cx="155448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645920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mode in CI, hooks for quality gates, coding agent for PR automation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1005840"/>
            <a:ext cx="1554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005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0" y="1554480"/>
            <a:ext cx="155448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645920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→ Sentry, agent-assisted incident response, automated triage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Benchmarks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says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27432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23774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now use AI coding tools (Stack Overflow 2024)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468880" cy="27432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4630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520440" y="23774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task completion with AI assistance (GitHub research)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0" y="1188720"/>
            <a:ext cx="2468880" cy="27432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14630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080760" y="23774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AI helps them stay in flow (GitHub developer survey)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5303520"/>
            <a:ext cx="822960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486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 isn't just speed — it's fewer context switches, less boilerplate fatigue, and more time on the parts of the job that deserve your attention.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Playbook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Treat AI as a junior teammate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it, verify its 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393192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CICV every prompt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09160" y="17830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Intent, Constraints, Verification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Explore → Plan → Build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 before concrete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743200"/>
            <a:ext cx="393192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Context is everything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3429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task = new session. CLAUDE.md always.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393192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526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Tests are the only truth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50749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Verification-driven development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4389120"/>
            <a:ext cx="393192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4526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Know when to walk away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50749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Security-critical, novel algorithms, regulated code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3258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2618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Claude Code 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-g @anthropic-ai/claude-code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3774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313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CLAUDE.md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commands, style rules, off-limits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290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364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Explore → Plan → Build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next real bug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82296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480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416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MCP server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4800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your biggest copy-paste bottleneck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curriculum.md (this codebase), skills.sh, modelcontextprotocol.io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what you learned today.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2026-04-10T00:26:02Z</dcterms:created>
  <dcterms:modified xsi:type="dcterms:W3CDTF">2026-04-10T00:26:02Z</dcterms:modified>
</cp:coreProperties>
</file>